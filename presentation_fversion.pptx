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84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9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85308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060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9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732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77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181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35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4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89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27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chemeClr val="tx1">
                    <a:lumMod val="85000"/>
                  </a:schemeClr>
                </a:solidFill>
              </a:rPr>
              <a:t>Stock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Shahin Alakparov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Task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8640" lvl="2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cript was static and not interactive.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Hard‑coded indicator parameters.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dynamic UI, no visualization.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Needed to refactor code into modular library and build a "Vanilla" Front-End application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Refactored logic into modular OOP backend.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REST API for dynamic data.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Vanilla JS frontend with Chart.js.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parameter adjustment.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Load CSV stock data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Apply selected indicators via classes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Send results through API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Frontend fetches &amp; updates chart 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Fully interactive dashboard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Adjustable MA, RSI, EMA, MACD, ATR, BB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Multiple choice of indicators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Real‑time updat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ing chart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page reload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Real-time updating processed table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Downloading CSV of processed data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scalable backend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0E967B-D5B7-6465-B826-CC30D780C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90" y="-396959"/>
            <a:ext cx="7269480" cy="13255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Overview</a:t>
            </a:r>
          </a:p>
        </p:txBody>
      </p:sp>
      <p:pic>
        <p:nvPicPr>
          <p:cNvPr id="5" name="Объект 4" descr="Изображение выглядит как текст, снимок экрана, число, программное обеспечение">
            <a:extLst>
              <a:ext uri="{FF2B5EF4-FFF2-40B4-BE49-F238E27FC236}">
                <a16:creationId xmlns:a16="http://schemas.microsoft.com/office/drawing/2014/main" id="{F7FF1DA8-AD60-3116-C324-BB0642102A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28603"/>
            <a:ext cx="5601682" cy="2787493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линия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C54D24C-1A78-B8A0-D820-51FF12B82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402" y="3716096"/>
            <a:ext cx="6057134" cy="295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62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NaN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/Infinity values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Mapping UI selections to API params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Ensuring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that, there are no fetching errors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Enabling real-time chart updating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1828801"/>
            <a:ext cx="6841338" cy="4351337"/>
          </a:xfrm>
        </p:spPr>
        <p:txBody>
          <a:bodyPr/>
          <a:lstStyle/>
          <a:p>
            <a:r>
              <a:rPr dirty="0"/>
              <a:t>Converted static script into</a:t>
            </a:r>
            <a:r>
              <a:rPr lang="en-US" dirty="0"/>
              <a:t> application to visualize the data.</a:t>
            </a:r>
            <a:endParaRPr dirty="0"/>
          </a:p>
          <a:p>
            <a:r>
              <a:rPr dirty="0"/>
              <a:t>Scalable, modular Python architecture</a:t>
            </a:r>
          </a:p>
          <a:p>
            <a:r>
              <a:rPr dirty="0"/>
              <a:t>Clean UI with real‑time interaction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You!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259F8B-4977-0562-7542-A224D81AD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Shahin Alakparov</a:t>
            </a:r>
          </a:p>
          <a:p>
            <a:r>
              <a:rPr lang="en-US" dirty="0"/>
              <a:t>16/01/2026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Вид</Template>
  <TotalTime>22</TotalTime>
  <Words>202</Words>
  <Application>Microsoft Office PowerPoint</Application>
  <PresentationFormat>Экран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Schoolbook</vt:lpstr>
      <vt:lpstr>Times New Roman</vt:lpstr>
      <vt:lpstr>Wingdings 2</vt:lpstr>
      <vt:lpstr>Вид</vt:lpstr>
      <vt:lpstr>Stock Analysis Dashboard</vt:lpstr>
      <vt:lpstr>Technical Task</vt:lpstr>
      <vt:lpstr>Approach</vt:lpstr>
      <vt:lpstr>Pipeline</vt:lpstr>
      <vt:lpstr>Features</vt:lpstr>
      <vt:lpstr>Application Overview</vt:lpstr>
      <vt:lpstr>Challenges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Shahin Alakparov</cp:lastModifiedBy>
  <cp:revision>4</cp:revision>
  <dcterms:created xsi:type="dcterms:W3CDTF">2013-01-27T09:14:16Z</dcterms:created>
  <dcterms:modified xsi:type="dcterms:W3CDTF">2026-01-16T09:34:42Z</dcterms:modified>
  <cp:category/>
</cp:coreProperties>
</file>